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.project_info_title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项目信息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5" name="table.project_info"/>
          <p:cNvGraphicFramePr/>
          <p:nvPr/>
        </p:nvGraphicFramePr>
        <p:xfrm>
          <a:off x="755650" y="1670050"/>
          <a:ext cx="85344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  <a:gridCol w="2133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项目名称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t>{{ 项目名称 }}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项目编码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t>{{ 项目编码 }}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客户名称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t>{{ 客户名称 }}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</a:rPr>
                        <a:t> PD</a:t>
                      </a:r>
                      <a:endParaRPr lang="en-US" altLang="zh-CN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t>{{ 项目PD }}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计划开始时间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t>{{ 计划开始时间 }}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报告日期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t>{{ 报告日期 }}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计划结束日期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t>{{ 计划结束日期 }}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WPS 演示</Application>
  <PresentationFormat>宽屏</PresentationFormat>
  <Paragraphs>22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PingFang SC Semibold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4pb</cp:lastModifiedBy>
  <cp:revision>169</cp:revision>
  <dcterms:created xsi:type="dcterms:W3CDTF">2026-06-08T08:38:31Z</dcterms:created>
  <dcterms:modified xsi:type="dcterms:W3CDTF">2026-06-08T08:38:31Z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31667DC1F2961935AB7E266A393483E6_41</vt:lpwstr>
  </property>
</Properties>
</file>