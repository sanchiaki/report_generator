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8" r:id="rId3"/>
    <p:sldId id="257" r:id="rId4"/>
    <p:sldId id="260" r:id="rId5"/>
    <p:sldId id="261" r:id="rId6"/>
    <p:sldId id="263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7.xml"/><Relationship Id="rId13" Type="http://schemas.openxmlformats.org/officeDocument/2006/relationships/tags" Target="../tags/tag58.xml"/><Relationship Id="rId14" Type="http://schemas.openxmlformats.org/officeDocument/2006/relationships/tags" Target="../tags/tag59.xml"/><Relationship Id="rId15" Type="http://schemas.openxmlformats.org/officeDocument/2006/relationships/tags" Target="../tags/tag60.xml"/><Relationship Id="rId16" Type="http://schemas.openxmlformats.org/officeDocument/2006/relationships/tags" Target="../tags/tag61.xml"/><Relationship Id="rId17" Type="http://schemas.openxmlformats.org/officeDocument/2006/relationships/tags" Target="../tags/tag62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tags" Target="../tags/tag67.xml"/><Relationship Id="rId3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tags" Target="../tags/tag71.xml"/><Relationship Id="rId3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tags" Target="../tags/tag73.xml"/><Relationship Id="rId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74.xml"/><Relationship Id="rId2" Type="http://schemas.openxmlformats.org/officeDocument/2006/relationships/tags" Target="../tags/tag75.xml"/><Relationship Id="rId3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78.xml"/><Relationship Id="rId2" Type="http://schemas.openxmlformats.org/officeDocument/2006/relationships/tags" Target="../tags/tag79.xml"/><Relationship Id="rId3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80.xml"/><Relationship Id="rId2" Type="http://schemas.openxmlformats.org/officeDocument/2006/relationships/tags" Target="../tags/tag81.xml"/><Relationship Id="rId3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.cover_title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sz="1800"/>
              <a:t>智能制造中台项目进度报告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" name="text.cover_period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sz="1800"/>
              <a:t>报告周期 2025-12-14至2025-12-25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项目信息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info"/>
          <p:cNvGraphicFramePr/>
          <p:nvPr/>
        </p:nvGraphicFramePr>
        <p:xfrm>
          <a:off x="755650" y="1670050"/>
          <a:ext cx="85344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智能制造中台项目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项目编码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PRJ-2025-1225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客户名称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星河科技集团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en-US" altLang="zh-CN" b="1">
                          <a:solidFill>
                            <a:schemeClr val="tx1"/>
                          </a:solidFill>
                        </a:rPr>
                        <a:t> PD</a:t>
                      </a:r>
                      <a:endParaRPr lang="en-US" altLang="zh-CN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张明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计划开始时间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2025-12-14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报告日期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2025-12-25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计划结束日期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2026-03-31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仪表盘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5" name="table.project_dashboard"/>
          <p:cNvGraphicFramePr/>
          <p:nvPr/>
        </p:nvGraphicFramePr>
        <p:xfrm>
          <a:off x="755650" y="1670050"/>
          <a:ext cx="8534400" cy="115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  <a:gridCol w="21336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正常推进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进度状态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按计划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技术</a:t>
                      </a: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方案稳定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项目进度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82%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资源充足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经营状态</a:t>
                      </a:r>
                      <a:endParaRPr lang="zh-CN" altLang="en-US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r>
                        <a:rPr lang="zh-CN" altLang="en-US" b="1">
                          <a:solidFill>
                            <a:schemeClr val="tx1"/>
                          </a:solidFill>
                        </a:rPr>
                        <a:t>成本可控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项目整体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进展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overall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核心联调完成，整体按计划推进。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项目交付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delivery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完成验收测试并准备上线。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任务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详情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3" name="table.task_details"/>
          <p:cNvGraphicFramePr/>
          <p:nvPr/>
        </p:nvGraphicFramePr>
        <p:xfrm>
          <a:off x="746760" y="1524000"/>
          <a:ext cx="853440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阶段名称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任务名称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产品线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计划完成时间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实际完成时间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准备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项目启动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环境部署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交付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12-18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联调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接口联调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完成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12-20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12-20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导出兼容验证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报表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12-24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赵强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客户验收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平台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进行中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12-25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-</a:t>
                      </a:r>
                      <a:endParaRPr lang="en-US" altLang="zh-CN"/>
                    </a:p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 b="1">
                <a:solidFill>
                  <a:srgbClr val="C00000"/>
                </a:solidFill>
                <a:latin typeface="微软雅黑" charset="0"/>
                <a:ea typeface="微软雅黑" charset="0"/>
              </a:rPr>
              <a:t>TOP 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问题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及风险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graphicFrame>
        <p:nvGraphicFramePr>
          <p:cNvPr id="4" name="table.top_issues_risks"/>
          <p:cNvGraphicFramePr/>
          <p:nvPr/>
        </p:nvGraphicFramePr>
        <p:xfrm>
          <a:off x="608330" y="1752600"/>
          <a:ext cx="8534400" cy="15240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问题风险与描述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解决措施与进展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问题分类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紧急程度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问题状态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要求解决日期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责任人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验收窗口待定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锁定评审窗口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跟踪中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张明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导出兼容需补测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补充自动用例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问题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处理中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王琳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脱敏规则待复核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提交清单预约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风险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中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待确认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12-24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李强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当前进展</a:t>
            </a:r>
            <a:endParaRPr lang="en-US" altLang="zh-CN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current_progress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环境联调完成，验收测试推进中。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下期</a:t>
            </a:r>
            <a:r>
              <a:rPr lang="zh-CN" altLang="en-US" b="1">
                <a:solidFill>
                  <a:srgbClr val="C00000"/>
                </a:solidFill>
                <a:latin typeface="微软雅黑" charset="0"/>
                <a:ea typeface="微软雅黑" charset="0"/>
              </a:rPr>
              <a:t>计划</a:t>
            </a:r>
            <a:endParaRPr lang="zh-CN" altLang="en-US" b="1">
              <a:solidFill>
                <a:srgbClr val="C00000"/>
              </a:solidFill>
              <a:latin typeface="微软雅黑" charset="0"/>
              <a:ea typeface="微软雅黑" charset="0"/>
            </a:endParaRPr>
          </a:p>
        </p:txBody>
      </p:sp>
      <p:sp>
        <p:nvSpPr>
          <p:cNvPr id="3" name="text.next_plan"/>
          <p:cNvSpPr txBox="1"/>
          <p:nvPr/>
        </p:nvSpPr>
        <p:spPr>
          <a:xfrm>
            <a:off x="885825" y="16541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1800"/>
              <a:t>完成验收闭环并提交上线包。</a:t>
            </a:r>
            <a:endParaRPr lang="en-US" altLang="zh-CN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WPS 演示</Application>
  <PresentationFormat>宽屏</PresentationFormat>
  <Paragraphs>129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苹方-简</vt:lpstr>
      <vt:lpstr>微软雅黑</vt:lpstr>
      <vt:lpstr>宋体</vt:lpstr>
      <vt:lpstr>Arial Unicode MS</vt:lpstr>
      <vt:lpstr>汉仪书宋二KW</vt:lpstr>
      <vt:lpstr>PingFang SC Semibold</vt:lpstr>
      <vt:lpstr>WPS</vt:lpstr>
      <vt:lpstr>PowerPoint 演示文稿</vt:lpstr>
      <vt:lpstr>项目信息</vt:lpstr>
      <vt:lpstr>项目信息</vt:lpstr>
      <vt:lpstr>项目仪表盘</vt:lpstr>
      <vt:lpstr>项目整体进展</vt:lpstr>
      <vt:lpstr>项目仪表盘</vt:lpstr>
      <vt:lpstr>任务详情</vt:lpstr>
      <vt:lpstr>项目交付计划</vt:lpstr>
      <vt:lpstr>当前进展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4pb</cp:lastModifiedBy>
  <cp:revision>179</cp:revision>
  <dcterms:created xsi:type="dcterms:W3CDTF">2026-06-09T03:39:13Z</dcterms:created>
  <dcterms:modified xsi:type="dcterms:W3CDTF">2026-06-09T03:39:13Z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31667DC1F2961935AB7E266A393483E6_41</vt:lpwstr>
  </property>
</Properties>
</file>