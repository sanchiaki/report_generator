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3"/>
    <p:sldId id="257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cover_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sz="1800"/>
              <a:t>智能制造中台项目进度报告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text.cover_period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sz="1800"/>
              <a:t>报告周期 2025-12-14至2025-12-25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智能制造中台项目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PRJ-2025-1225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星河科技集团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张明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2026-03-31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仪表盘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dashboard"/>
          <p:cNvGraphicFramePr/>
          <p:nvPr/>
        </p:nvGraphicFramePr>
        <p:xfrm>
          <a:off x="755650" y="1670050"/>
          <a:ext cx="8534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正常推进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进度状态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按计划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技术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方案稳定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项目进度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82%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资源充足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经营状态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成本可控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项目整体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进展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overall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核心联调完成，整体按计划推进。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项目交付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delivery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完成验收测试并准备上线。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任务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详情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table.task_details"/>
          <p:cNvGraphicFramePr/>
          <p:nvPr/>
        </p:nvGraphicFramePr>
        <p:xfrm>
          <a:off x="746760" y="1524000"/>
          <a:ext cx="853440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阶段名称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实际完成时间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项目启动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接口联调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导出兼容验证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12-24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赵强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latin typeface="微软雅黑" charset="0"/>
                <a:ea typeface="微软雅黑" charset="0"/>
              </a:rPr>
              <a:t>TOP 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问题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及风险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4" name="table.top_issues_risks"/>
          <p:cNvGraphicFramePr/>
          <p:nvPr/>
        </p:nvGraphicFramePr>
        <p:xfrm>
          <a:off x="608330" y="1752600"/>
          <a:ext cx="8534400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问题风险与描述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解决措施与进展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问题分类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紧急程度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要求解决日期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验收窗口待定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锁定评审窗口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跟踪中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浏览器兼容补测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补充用例验证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脱敏规则待复核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提交清单预约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待确认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当前进展</a:t>
            </a:r>
            <a:endParaRPr lang="en-US" altLang="zh-CN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current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环境联调完成，验收测试推进中。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下期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next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完成验收闭环并提交上线包。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项目信息</vt:lpstr>
      <vt:lpstr>项目信息</vt:lpstr>
      <vt:lpstr>项目仪表盘</vt:lpstr>
      <vt:lpstr>项目整体进展</vt:lpstr>
      <vt:lpstr>项目仪表盘</vt:lpstr>
      <vt:lpstr>任务详情</vt:lpstr>
      <vt:lpstr>项目交付计划</vt:lpstr>
      <vt:lpstr>当前进展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179</cp:revision>
  <dcterms:created xsi:type="dcterms:W3CDTF">2026-06-09T03:39:13Z</dcterms:created>
  <dcterms:modified xsi:type="dcterms:W3CDTF">2026-06-09T03:39:13Z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