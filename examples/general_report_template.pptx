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8" r:id="rId3"/>
    <p:sldId id="257" r:id="rId4"/>
    <p:sldId id="260" r:id="rId5"/>
    <p:sldId id="261" r:id="rId6"/>
    <p:sldId id="263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tags" Target="../tags/tag67.xml"/><Relationship Id="rId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tags" Target="../tags/tag71.xml"/><Relationship Id="rId3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tags" Target="../tags/tag75.xml"/><Relationship Id="rId3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tags" Target="../tags/tag79.xml"/><Relationship Id="rId3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tags" Target="../tags/tag81.xml"/><Relationship Id="rId3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.cover_title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xxx 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项目进度报告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4" name="text.cover_period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报告周期</a:t>
            </a:r>
            <a:r>
              <a:rPr lang="en-US" altLang="zh-CN"/>
              <a:t> yyyy-mm-dd</a:t>
            </a:r>
            <a:r>
              <a:rPr lang="zh-CN" altLang="en-US"/>
              <a:t>至</a:t>
            </a:r>
            <a:r>
              <a:rPr lang="en-US" altLang="zh-CN"/>
              <a:t>yyyy-mm-dd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项目信息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5" name="table.project_info"/>
          <p:cNvGraphicFramePr/>
          <p:nvPr/>
        </p:nvGraphicFramePr>
        <p:xfrm>
          <a:off x="755650" y="1670050"/>
          <a:ext cx="85344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项目名称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项目名称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项目编码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项目编码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客户名称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客户名称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 PD</a:t>
                      </a:r>
                      <a:endParaRPr lang="en-US" altLang="zh-CN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项目PD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计划开始时间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计划开始时间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报告日期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报告日期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计划结束日期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计划结束日期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仪表盘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5" name="table.project_dashboard"/>
          <p:cNvGraphicFramePr/>
          <p:nvPr/>
        </p:nvGraphicFramePr>
        <p:xfrm>
          <a:off x="755650" y="1670050"/>
          <a:ext cx="853440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项目状态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进度状态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进度状态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技术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技术状态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项目进度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项目进度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资源状态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资源状态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经营状态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经营状态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项目整体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进展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overall_progress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项目整体进展</a:t>
            </a:r>
            <a:r>
              <a:rPr lang="en-US" altLang="zh-CN"/>
              <a:t> xxxxxxx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项目交付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计划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delivery_plan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项目交付计划</a:t>
            </a:r>
            <a:r>
              <a:rPr lang="en-US" altLang="zh-CN"/>
              <a:t> xxxxxxx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任务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详情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3" name="table.task_details"/>
          <p:cNvGraphicFramePr/>
          <p:nvPr/>
        </p:nvGraphicFramePr>
        <p:xfrm>
          <a:off x="746760" y="1524000"/>
          <a:ext cx="8534400" cy="1524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阶段名称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任务名称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产品线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任务状态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计划完成时间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实际完成时间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责任人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准备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发货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******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******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******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安装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设备安装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******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******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******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验收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客户验收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******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******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******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b="1">
                <a:solidFill>
                  <a:srgbClr val="C00000"/>
                </a:solidFill>
                <a:latin typeface="微软雅黑" charset="0"/>
                <a:ea typeface="微软雅黑" charset="0"/>
              </a:rPr>
              <a:t>TOP 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问题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及风险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4" name="table.top_issues_risks"/>
          <p:cNvGraphicFramePr/>
          <p:nvPr/>
        </p:nvGraphicFramePr>
        <p:xfrm>
          <a:off x="608330" y="1752600"/>
          <a:ext cx="8534400" cy="762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序号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问题风险与描述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解决措施与进展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问题分类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紧急程度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问题状态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要求解决日期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责任人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当前进展</a:t>
            </a:r>
            <a:endParaRPr lang="en-US" altLang="zh-CN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current_progress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当前进展</a:t>
            </a:r>
            <a:r>
              <a:rPr lang="en-US" altLang="zh-CN"/>
              <a:t> xxxxxxx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下期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计划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next_plan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下期计划</a:t>
            </a:r>
            <a:r>
              <a:rPr lang="en-US" altLang="zh-CN"/>
              <a:t> xxxxxxx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WPS 演示</Application>
  <PresentationFormat>宽屏</PresentationFormat>
  <Paragraphs>129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汉仪旗黑</vt:lpstr>
      <vt:lpstr>苹方-简</vt:lpstr>
      <vt:lpstr>微软雅黑</vt:lpstr>
      <vt:lpstr>宋体</vt:lpstr>
      <vt:lpstr>Arial Unicode MS</vt:lpstr>
      <vt:lpstr>汉仪书宋二KW</vt:lpstr>
      <vt:lpstr>PingFang SC Semibold</vt:lpstr>
      <vt:lpstr>WPS</vt:lpstr>
      <vt:lpstr>PowerPoint 演示文稿</vt:lpstr>
      <vt:lpstr>项目信息</vt:lpstr>
      <vt:lpstr>项目信息</vt:lpstr>
      <vt:lpstr>项目仪表盘</vt:lpstr>
      <vt:lpstr>项目整体进展</vt:lpstr>
      <vt:lpstr>项目仪表盘</vt:lpstr>
      <vt:lpstr>任务详情</vt:lpstr>
      <vt:lpstr>项目交付计划</vt:lpstr>
      <vt:lpstr>当前进展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4pb</cp:lastModifiedBy>
  <cp:revision>179</cp:revision>
  <dcterms:created xsi:type="dcterms:W3CDTF">2026-06-09T03:39:13Z</dcterms:created>
  <dcterms:modified xsi:type="dcterms:W3CDTF">2026-06-09T03:39:13Z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31667DC1F2961935AB7E266A393483E6_41</vt:lpwstr>
  </property>
</Properties>
</file>